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332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618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76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24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9618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23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82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503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46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2497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9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70E6B-F28F-40ED-AEEA-42BFAA00BF5F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BC3D0-5FEC-477F-8B47-407198B5FC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940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1610977"/>
            <a:ext cx="87366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Hora de inicio</a:t>
            </a:r>
            <a:r>
              <a:rPr lang="es-ES" altLang="es-ES" sz="1800" dirty="0">
                <a:latin typeface="Arial" panose="020B0604020202020204" pitchFamily="34" charset="0"/>
              </a:rPr>
              <a:t> </a:t>
            </a:r>
            <a:r>
              <a:rPr lang="es-ES" altLang="es-ES" sz="1800" dirty="0" smtClean="0">
                <a:latin typeface="Arial" panose="020B0604020202020204" pitchFamily="34" charset="0"/>
              </a:rPr>
              <a:t>: 07:01 pm</a:t>
            </a: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Hora de finalización:</a:t>
            </a:r>
            <a:r>
              <a:rPr kumimoji="0" lang="es-ES" alt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altLang="es-ES" sz="1800" dirty="0" smtClean="0">
                <a:latin typeface="Arial" panose="020B0604020202020204" pitchFamily="34" charset="0"/>
              </a:rPr>
              <a:t>08:01 pm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Duración</a:t>
            </a:r>
            <a:r>
              <a:rPr kumimoji="0" lang="es-ES" alt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hora</a:t>
            </a: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Cantidad total de transacciones:</a:t>
            </a:r>
            <a:r>
              <a:rPr kumimoji="0" lang="es-ES" alt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</a:t>
            </a: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Transacciones exitosas y fallidas:</a:t>
            </a:r>
            <a:r>
              <a:rPr kumimoji="0" lang="es-ES" alt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 exitosas y 50 fallidas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TPS promedio:</a:t>
            </a:r>
            <a:r>
              <a:rPr kumimoji="0" lang="es-ES" alt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TPS</a:t>
            </a: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TPS máximo:</a:t>
            </a:r>
            <a:r>
              <a:rPr kumimoji="0" lang="es-ES" altLang="es-E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 TPS</a:t>
            </a: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Gráfica de usuarios activos durante el </a:t>
            </a:r>
            <a:r>
              <a:rPr kumimoji="0" lang="es-ES" altLang="es-E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ramp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-up:</a:t>
            </a:r>
            <a:b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97" y="4473299"/>
            <a:ext cx="3110119" cy="14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291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arango</dc:creator>
  <cp:lastModifiedBy>enrique arango</cp:lastModifiedBy>
  <cp:revision>1</cp:revision>
  <dcterms:created xsi:type="dcterms:W3CDTF">2026-09-20T03:14:04Z</dcterms:created>
  <dcterms:modified xsi:type="dcterms:W3CDTF">2026-09-20T03:14:15Z</dcterms:modified>
</cp:coreProperties>
</file>